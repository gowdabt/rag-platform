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Acme Q3 All-Hands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OKR 1: Reach 40 paying customers by 30 September 2026.</a:t>
            </a:r>
          </a:p>
          <a:p>
            <a:r>
              <a:t>Company OKR 2: Keep P1 restore time under 2 hours.</a:t>
            </a:r>
          </a:p>
          <a:p>
            <a:r>
              <a:t>North-star metric: weekly active seats in the RAG product.</a:t>
            </a:r>
          </a:p>
          <a:p>
            <a:r>
              <a:t>Next all-hands: 15 October 2026, 17:00 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